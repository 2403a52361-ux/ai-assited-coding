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6324-8887-2034-4598-8D115907C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659467"/>
            <a:ext cx="7197726" cy="2421464"/>
          </a:xfrm>
        </p:spPr>
        <p:txBody>
          <a:bodyPr/>
          <a:lstStyle/>
          <a:p>
            <a:r>
              <a:rPr lang="en-US" dirty="0"/>
              <a:t>AI Tool for Predicting Market Prices of Crops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50483-A5D1-7BC8-1385-29B76F371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5020732"/>
            <a:ext cx="7197726" cy="1405467"/>
          </a:xfrm>
        </p:spPr>
        <p:txBody>
          <a:bodyPr/>
          <a:lstStyle/>
          <a:p>
            <a:r>
              <a:rPr lang="en-IN" dirty="0"/>
              <a:t>EESARI HAMSITHA - 2403A52361</a:t>
            </a:r>
            <a:br>
              <a:rPr lang="en-IN" dirty="0"/>
            </a:br>
            <a:r>
              <a:rPr lang="en-IN" dirty="0"/>
              <a:t>MASKU PRERITA - 2403A52357</a:t>
            </a:r>
            <a:br>
              <a:rPr lang="en-IN" dirty="0"/>
            </a:br>
            <a:r>
              <a:rPr lang="en-IN" dirty="0"/>
              <a:t>N.VISHNU VARDHAN - 2403AA52360</a:t>
            </a:r>
          </a:p>
        </p:txBody>
      </p:sp>
    </p:spTree>
    <p:extLst>
      <p:ext uri="{BB962C8B-B14F-4D97-AF65-F5344CB8AC3E}">
        <p14:creationId xmlns:p14="http://schemas.microsoft.com/office/powerpoint/2010/main" val="227776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3CBE-FD0A-FD1D-C52D-6C2F7DA20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A6FDF-E3D8-000C-A7E6-86CA8F795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45533"/>
            <a:ext cx="12293599" cy="55202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Growing volatility in crop market prices.</a:t>
            </a:r>
          </a:p>
          <a:p>
            <a:pPr marL="0" indent="0">
              <a:buNone/>
            </a:pPr>
            <a:r>
              <a:rPr lang="en-US" dirty="0"/>
              <a:t>• Need for accurate forecasting tools.</a:t>
            </a:r>
          </a:p>
          <a:p>
            <a:pPr marL="0" indent="0">
              <a:buNone/>
            </a:pPr>
            <a:r>
              <a:rPr lang="en-US" dirty="0"/>
              <a:t>• AI helps farmers make better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34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C5D6-C414-D369-DB87-DCB7ACA6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BDEAE-CF06-D617-8ECE-AD3830AB5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53068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Farmers face losses due to unpredictable prices.</a:t>
            </a:r>
          </a:p>
          <a:p>
            <a:pPr marL="0" indent="0">
              <a:buNone/>
            </a:pPr>
            <a:r>
              <a:rPr lang="en-US" dirty="0"/>
              <a:t>• Lack of timely information.</a:t>
            </a:r>
          </a:p>
          <a:p>
            <a:pPr marL="0" indent="0">
              <a:buNone/>
            </a:pPr>
            <a:r>
              <a:rPr lang="en-US" dirty="0"/>
              <a:t>• Market fluctuations affect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065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4CDD-BCC6-EEEA-0DAE-37855BA4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ai tool works?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23FDC-9FE9-5207-AC36-A037D6B2A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27667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Uses machine learning to analyze past data.</a:t>
            </a:r>
          </a:p>
          <a:p>
            <a:pPr marL="0" indent="0">
              <a:buNone/>
            </a:pPr>
            <a:r>
              <a:rPr lang="en-US" dirty="0"/>
              <a:t>• Considers weather, demand, and market trends.</a:t>
            </a:r>
          </a:p>
          <a:p>
            <a:pPr marL="0" indent="0">
              <a:buNone/>
            </a:pPr>
            <a:r>
              <a:rPr lang="en-US" dirty="0"/>
              <a:t>• Predicts future crop prices.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00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E5D6-D049-5168-6012-92F04822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data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5D9C-3089-6D0F-F767-2957D22CA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10734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Historical price data.</a:t>
            </a:r>
          </a:p>
          <a:p>
            <a:pPr marL="0" indent="0">
              <a:buNone/>
            </a:pPr>
            <a:r>
              <a:rPr lang="en-US" dirty="0"/>
              <a:t>• Weather and seasonal patterns.</a:t>
            </a:r>
          </a:p>
          <a:p>
            <a:pPr marL="0" indent="0">
              <a:buNone/>
            </a:pPr>
            <a:r>
              <a:rPr lang="en-US" dirty="0"/>
              <a:t>• ML models like Linear Regression / Random Forest.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21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6169-515C-F933-5284-B602107D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237D3-E76B-E7AA-8151-A01E5D8D4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1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Helps farmers decide best time to sell.</a:t>
            </a:r>
          </a:p>
          <a:p>
            <a:pPr marL="0" indent="0">
              <a:buNone/>
            </a:pPr>
            <a:r>
              <a:rPr lang="en-US" dirty="0"/>
              <a:t>• Reduces financial risk.</a:t>
            </a:r>
          </a:p>
          <a:p>
            <a:pPr marL="0" indent="0">
              <a:buNone/>
            </a:pPr>
            <a:r>
              <a:rPr lang="en-US" dirty="0"/>
              <a:t>• Increases profit using data-driven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53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D753-9D61-2F00-D3AC-9808C81B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and predictions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34921-3D80-80C7-7D23-A1F94ABEA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143001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Displays predicted price charts.</a:t>
            </a:r>
          </a:p>
          <a:p>
            <a:pPr marL="0" indent="0">
              <a:buNone/>
            </a:pPr>
            <a:r>
              <a:rPr lang="en-US" dirty="0"/>
              <a:t>• Weekly and monthly forecasts.</a:t>
            </a:r>
          </a:p>
          <a:p>
            <a:pPr marL="0" indent="0">
              <a:buNone/>
            </a:pPr>
            <a:r>
              <a:rPr lang="en-US" dirty="0"/>
              <a:t>• Easy-to-use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660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E873-EEB2-ED38-8682-F8583E18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chart:</a:t>
            </a:r>
            <a:endParaRPr lang="en-IN" dirty="0"/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CCB2B28A-13E2-2C7B-6567-0CFDCC38D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8985" y="2150004"/>
            <a:ext cx="5574029" cy="3649662"/>
          </a:xfrm>
        </p:spPr>
      </p:pic>
    </p:spTree>
    <p:extLst>
      <p:ext uri="{BB962C8B-B14F-4D97-AF65-F5344CB8AC3E}">
        <p14:creationId xmlns:p14="http://schemas.microsoft.com/office/powerpoint/2010/main" val="2830411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5E4C-8C59-9266-85E1-648F14A2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C7C35-EBB6-B776-D492-B3EFC47EE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965200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AI-based price prediction boosts confidence.</a:t>
            </a:r>
          </a:p>
          <a:p>
            <a:pPr marL="0" indent="0">
              <a:buNone/>
            </a:pPr>
            <a:r>
              <a:rPr lang="en-US" dirty="0"/>
              <a:t>• Supports smarter agricultural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892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{71DD298B-EA6D-422D-8AD9-0B7655A1F51D}tf03457452</Template>
  <TotalTime>18</TotalTime>
  <Words>185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AI Tool for Predicting Market Prices of Crops</vt:lpstr>
      <vt:lpstr>INTRODUCTION</vt:lpstr>
      <vt:lpstr>PROBLEM STATEMENT</vt:lpstr>
      <vt:lpstr>How the ai tool works?</vt:lpstr>
      <vt:lpstr>Models and data used</vt:lpstr>
      <vt:lpstr>benefits</vt:lpstr>
      <vt:lpstr>Output and predictions</vt:lpstr>
      <vt:lpstr>Sample chart: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eesarihamsitha1@hotmail.com</dc:creator>
  <cp:lastModifiedBy>eesarihamsitha1@hotmail.com</cp:lastModifiedBy>
  <cp:revision>1</cp:revision>
  <dcterms:created xsi:type="dcterms:W3CDTF">2025-11-22T09:19:42Z</dcterms:created>
  <dcterms:modified xsi:type="dcterms:W3CDTF">2025-11-22T09:38:41Z</dcterms:modified>
</cp:coreProperties>
</file>